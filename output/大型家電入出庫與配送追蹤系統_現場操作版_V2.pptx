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edf2ca7ead4d5d" /><Relationship Type="http://schemas.openxmlformats.org/officeDocument/2006/relationships/extended-properties" Target="/docProps/app.xml" Id="R0b50a43f9a6e46d6" /><Relationship Type="http://schemas.openxmlformats.org/officeDocument/2006/relationships/officeDocument" Target="/ppt/presentation.xml" Id="Rb0ebf9d12640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97dde2f1154f0d"/>
  </p:sldMasterIdLst>
  <p:notesMasterIdLst>
    <p:notesMasterId xmlns:r="http://schemas.openxmlformats.org/officeDocument/2006/relationships" r:id="R37e1525c22984877"/>
  </p:notesMasterIdLst>
  <p:sldIdLst>
    <p:sldId xmlns:r="http://schemas.openxmlformats.org/officeDocument/2006/relationships" id="256" r:id="R740c82639a2d405e"/>
    <p:sldId xmlns:r="http://schemas.openxmlformats.org/officeDocument/2006/relationships" id="257" r:id="Ra7d7429320b64d41"/>
    <p:sldId xmlns:r="http://schemas.openxmlformats.org/officeDocument/2006/relationships" id="258" r:id="R338fffa91f9540f2"/>
    <p:sldId xmlns:r="http://schemas.openxmlformats.org/officeDocument/2006/relationships" id="259" r:id="R61035b2b8ba84928"/>
    <p:sldId xmlns:r="http://schemas.openxmlformats.org/officeDocument/2006/relationships" id="260" r:id="R69c1c155aec74c37"/>
    <p:sldId xmlns:r="http://schemas.openxmlformats.org/officeDocument/2006/relationships" id="261" r:id="R4695be74d2874b6b"/>
    <p:sldId xmlns:r="http://schemas.openxmlformats.org/officeDocument/2006/relationships" id="262" r:id="Rfd492d99cf954f4f"/>
    <p:sldId xmlns:r="http://schemas.openxmlformats.org/officeDocument/2006/relationships" id="263" r:id="R7853199b34304cb9"/>
    <p:sldId xmlns:r="http://schemas.openxmlformats.org/officeDocument/2006/relationships" id="264" r:id="R88cfff50d9f54664"/>
    <p:sldId xmlns:r="http://schemas.openxmlformats.org/officeDocument/2006/relationships" id="265" r:id="Rb49055206da54915"/>
    <p:sldId xmlns:r="http://schemas.openxmlformats.org/officeDocument/2006/relationships" id="266" r:id="R7e0778918a494501"/>
    <p:sldId xmlns:r="http://schemas.openxmlformats.org/officeDocument/2006/relationships" id="267" r:id="R41b2b60b3dd04be8"/>
    <p:sldId xmlns:r="http://schemas.openxmlformats.org/officeDocument/2006/relationships" id="268" r:id="R91341658d4e34f8f"/>
    <p:sldId xmlns:r="http://schemas.openxmlformats.org/officeDocument/2006/relationships" id="269" r:id="Rf741c5ee6f7a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d8e915cc243fe" /><Relationship Type="http://schemas.openxmlformats.org/officeDocument/2006/relationships/slideMaster" Target="/ppt/slideMasters/slideMaster1.xml" Id="R9a97dde2f1154f0d" /><Relationship Type="http://schemas.openxmlformats.org/officeDocument/2006/relationships/notesMaster" Target="/ppt/notesMasters/notesMaster1.xml" Id="R37e1525c22984877" /><Relationship Type="http://schemas.openxmlformats.org/officeDocument/2006/relationships/presProps" Target="/ppt/presProps.xml" Id="Rf0bf29ef5c674df5" /><Relationship Type="http://schemas.openxmlformats.org/officeDocument/2006/relationships/tableStyles" Target="/ppt/tableStyles.xml" Id="R08244e1a53a64e31" /><Relationship Type="http://schemas.openxmlformats.org/officeDocument/2006/relationships/slide" Target="/ppt/slides/slide1.xml" Id="R740c82639a2d405e" /><Relationship Type="http://schemas.openxmlformats.org/officeDocument/2006/relationships/slide" Target="/ppt/slides/slide2.xml" Id="Ra7d7429320b64d41" /><Relationship Type="http://schemas.openxmlformats.org/officeDocument/2006/relationships/slide" Target="/ppt/slides/slide3.xml" Id="R338fffa91f9540f2" /><Relationship Type="http://schemas.openxmlformats.org/officeDocument/2006/relationships/slide" Target="/ppt/slides/slide4.xml" Id="R61035b2b8ba84928" /><Relationship Type="http://schemas.openxmlformats.org/officeDocument/2006/relationships/slide" Target="/ppt/slides/slide5.xml" Id="R69c1c155aec74c37" /><Relationship Type="http://schemas.openxmlformats.org/officeDocument/2006/relationships/slide" Target="/ppt/slides/slide6.xml" Id="R4695be74d2874b6b" /><Relationship Type="http://schemas.openxmlformats.org/officeDocument/2006/relationships/slide" Target="/ppt/slides/slide7.xml" Id="Rfd492d99cf954f4f" /><Relationship Type="http://schemas.openxmlformats.org/officeDocument/2006/relationships/slide" Target="/ppt/slides/slide8.xml" Id="R7853199b34304cb9" /><Relationship Type="http://schemas.openxmlformats.org/officeDocument/2006/relationships/slide" Target="/ppt/slides/slide9.xml" Id="R88cfff50d9f54664" /><Relationship Type="http://schemas.openxmlformats.org/officeDocument/2006/relationships/slide" Target="/ppt/slides/slide10.xml" Id="Rb49055206da54915" /><Relationship Type="http://schemas.openxmlformats.org/officeDocument/2006/relationships/slide" Target="/ppt/slides/slide11.xml" Id="R7e0778918a494501" /><Relationship Type="http://schemas.openxmlformats.org/officeDocument/2006/relationships/slide" Target="/ppt/slides/slide12.xml" Id="R41b2b60b3dd04be8" /><Relationship Type="http://schemas.openxmlformats.org/officeDocument/2006/relationships/slide" Target="/ppt/slides/slide13.xml" Id="R91341658d4e34f8f" /><Relationship Type="http://schemas.openxmlformats.org/officeDocument/2006/relationships/slide" Target="/ppt/slides/slide14.xml" Id="Rf741c5ee6f7a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b1575cf2e9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8a75fd0054fb3" /><Relationship Type="http://schemas.openxmlformats.org/officeDocument/2006/relationships/notesMaster" Target="/ppt/notesMasters/notesMaster1.xml" Id="R6e4294f3fad1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b1055154054018" /><Relationship Type="http://schemas.openxmlformats.org/officeDocument/2006/relationships/notesMaster" Target="/ppt/notesMasters/notesMaster1.xml" Id="Rdebde11daec1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b509af8b04e17" /><Relationship Type="http://schemas.openxmlformats.org/officeDocument/2006/relationships/notesMaster" Target="/ppt/notesMasters/notesMaster1.xml" Id="R12befc03b77f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0b2803e1c4e87" /><Relationship Type="http://schemas.openxmlformats.org/officeDocument/2006/relationships/notesMaster" Target="/ppt/notesMasters/notesMaster1.xml" Id="R715c0ef3f07842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0ccef8bf664521" /><Relationship Type="http://schemas.openxmlformats.org/officeDocument/2006/relationships/notesMaster" Target="/ppt/notesMasters/notesMaster1.xml" Id="Rf1836fccc013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809679659f4d64" /><Relationship Type="http://schemas.openxmlformats.org/officeDocument/2006/relationships/notesMaster" Target="/ppt/notesMasters/notesMaster1.xml" Id="R5aef9aef576c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4332e5305d4406" /><Relationship Type="http://schemas.openxmlformats.org/officeDocument/2006/relationships/notesMaster" Target="/ppt/notesMasters/notesMaster1.xml" Id="R43d5190f146b4e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3e44dea2c3490d" /><Relationship Type="http://schemas.openxmlformats.org/officeDocument/2006/relationships/notesMaster" Target="/ppt/notesMasters/notesMaster1.xml" Id="Rc325752a04d143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2c1ee7e8a4bb1" /><Relationship Type="http://schemas.openxmlformats.org/officeDocument/2006/relationships/notesMaster" Target="/ppt/notesMasters/notesMaster1.xml" Id="Rd82f0bd43fe24d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a36b0026d445c6" /><Relationship Type="http://schemas.openxmlformats.org/officeDocument/2006/relationships/notesMaster" Target="/ppt/notesMasters/notesMaster1.xml" Id="R32d7fad822d245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075829bccc4715" /><Relationship Type="http://schemas.openxmlformats.org/officeDocument/2006/relationships/notesMaster" Target="/ppt/notesMasters/notesMaster1.xml" Id="R97e0d44a59404d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dc69240a7e47a6" /><Relationship Type="http://schemas.openxmlformats.org/officeDocument/2006/relationships/notesMaster" Target="/ppt/notesMasters/notesMaster1.xml" Id="R8285865546df41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40a926b9e4950" /><Relationship Type="http://schemas.openxmlformats.org/officeDocument/2006/relationships/notesMaster" Target="/ppt/notesMasters/notesMaster1.xml" Id="R51dcc76d423a44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3fb45f8a514877" /><Relationship Type="http://schemas.openxmlformats.org/officeDocument/2006/relationships/notesMaster" Target="/ppt/notesMasters/notesMaster1.xml" Id="Rcb779331be47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封面情境圖為 AI 生成示意。本版以實際使用者操作流程為主，不說明程式架構。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生成操作示意，實際欄位可在開發時調整。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生成操作示意。商品編號或網址由系統產生並與機器序號配對。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生成操作示意。手機相機只有一個型號辨識框，不辨識序號。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生成操作示意。生管以紙本三聯單和現場標籤照片進行人眼確認。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右側為 AI 生成直接配送情境示意。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背景為 AI 生成轉運情境示意。交接完成後，商品保管責任從大車切換到小車。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d6908943346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79de120f542bd" /><Relationship Type="http://schemas.openxmlformats.org/officeDocument/2006/relationships/slideLayout" Target="/ppt/slideLayouts/slideLayout1.xml" Id="Rb9ce97f748e0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e97f748e0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d37d9d9414c78" /><Relationship Type="http://schemas.openxmlformats.org/officeDocument/2006/relationships/image" Target="/ppt/media/image.png" Id="R20668d36dded4ead" /><Relationship Type="http://schemas.openxmlformats.org/officeDocument/2006/relationships/notesSlide" Target="/ppt/notesSlides/notesSlide1.xml" Id="R85129a01df6d4f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f3dad523f472e" /><Relationship Type="http://schemas.openxmlformats.org/officeDocument/2006/relationships/notesSlide" Target="/ppt/notesSlides/notesSlide2.xml" Id="Rf65f255e432e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0df744e934f6a" /><Relationship Type="http://schemas.openxmlformats.org/officeDocument/2006/relationships/notesSlide" Target="/ppt/notesSlides/notesSlide3.xml" Id="R30b9e30e19c54b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96f97f07f421f" /><Relationship Type="http://schemas.openxmlformats.org/officeDocument/2006/relationships/notesSlide" Target="/ppt/notesSlides/notesSlide4.xml" Id="R14556b28019f42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a3697d88b40b8" /><Relationship Type="http://schemas.openxmlformats.org/officeDocument/2006/relationships/image" Target="/ppt/media/image2.png" Id="Rfe0379b9a4004cb7" /><Relationship Type="http://schemas.openxmlformats.org/officeDocument/2006/relationships/notesSlide" Target="/ppt/notesSlides/notesSlide5.xml" Id="Re67d194243ac4e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51f23c3a2489b" /><Relationship Type="http://schemas.openxmlformats.org/officeDocument/2006/relationships/image" Target="/ppt/media/image3.png" Id="R4cdfb2cefad1447b" /><Relationship Type="http://schemas.openxmlformats.org/officeDocument/2006/relationships/notesSlide" Target="/ppt/notesSlides/notesSlide6.xml" Id="R8006f322432f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d4c8fe6d048c7" /><Relationship Type="http://schemas.openxmlformats.org/officeDocument/2006/relationships/image" Target="/ppt/media/image4.png" Id="R7223756f4ff047c1" /><Relationship Type="http://schemas.openxmlformats.org/officeDocument/2006/relationships/notesSlide" Target="/ppt/notesSlides/notesSlide7.xml" Id="R217c3c788b4442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fa6c58c634d82" /><Relationship Type="http://schemas.openxmlformats.org/officeDocument/2006/relationships/image" Target="/ppt/media/image5.png" Id="R318d08a7aff64703" /><Relationship Type="http://schemas.openxmlformats.org/officeDocument/2006/relationships/notesSlide" Target="/ppt/notesSlides/notesSlide8.xml" Id="Rd79822fc953b48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fae146ee14f13" /><Relationship Type="http://schemas.openxmlformats.org/officeDocument/2006/relationships/notesSlide" Target="/ppt/notesSlides/notesSlide9.xml" Id="R44bef37c9bb6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949e2871446a" /><Relationship Type="http://schemas.openxmlformats.org/officeDocument/2006/relationships/notesSlide" Target="/ppt/notesSlides/notesSlide10.xml" Id="Rdfe8644b11f14d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f2979b518402f" /><Relationship Type="http://schemas.openxmlformats.org/officeDocument/2006/relationships/image" Target="/ppt/media/image6.png" Id="Rd818f557e027446c" /><Relationship Type="http://schemas.openxmlformats.org/officeDocument/2006/relationships/notesSlide" Target="/ppt/notesSlides/notesSlide11.xml" Id="Rde004b68344044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bc8db9634a9c" /><Relationship Type="http://schemas.openxmlformats.org/officeDocument/2006/relationships/image" Target="/ppt/media/image7.png" Id="Rcd8a9c72fa7c4003" /><Relationship Type="http://schemas.openxmlformats.org/officeDocument/2006/relationships/notesSlide" Target="/ppt/notesSlides/notesSlide12.xml" Id="R0e2889e639d64a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71f6df4449a9" /><Relationship Type="http://schemas.openxmlformats.org/officeDocument/2006/relationships/notesSlide" Target="/ppt/notesSlides/notesSlide13.xml" Id="R039e45121f634a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2b530c014510" /><Relationship Type="http://schemas.openxmlformats.org/officeDocument/2006/relationships/notesSlide" Target="/ppt/notesSlides/notesSlide14.xml" Id="R5d5bc297e7d048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68d36dded4ead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85724-F588-4C0E-B48D-70A3131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CEF93-E6DE-476A-A6BA-FACA81D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大型家電進出貨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現場操作說明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5C50B-82EE-4281-AE05-CEAC75C2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rPr>
              <a:t>從進貨批次、商品 QR 到配送簽收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26443-84D7-467E-9187-DFF1768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79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EB75F-068B-4B92-A958-89002CBD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給生管、收貨人員與司機看的流程版本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16473-0AE2-4E20-917C-7194869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看得懂、做得到、知道下一步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0343E-C695-4258-A520-8762304A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rPr>
              <a:t>V2｜2026.10</a:t>
            </a:r>
          </a:p>
        </p:txBody>
      </p:sp>
    </p:spTree>
    <p:extLst>
      <p:ext uri="{BB962C8B-B14F-4D97-AF65-F5344CB8AC3E}">
        <p14:creationId xmlns:p14="http://schemas.microsoft.com/office/powerpoint/2010/main" val="1841682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29D22-6BB5-4497-8F82-B2CBE2E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5A5F-F65A-4B9E-A744-6C3BBE8D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誰負責什麼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82C2D-C1E1-4BE6-8C2C-13D1E4FB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10E0E-C639-491C-BFAD-F97A058E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每個人只需要完成自己那一段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DD2FF-B34A-48CD-95A1-213C509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畫面會依工作角色顯示需要處理的內容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3D188-CA8F-4C6A-B62D-F6E64D9D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87900-BBE0-475B-8831-6BC0DEA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4D133-E09D-408F-887F-4FDE6573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70AB7-3363-47AD-B44A-CE5E47D4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確認客戶與型號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建立出貨與轉運任務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0F8B-D307-4E96-9DF5-F8FCFC5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0E62C-125B-46A3-8E54-4F8AB677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辦公室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E167D-8ED0-4B63-89E1-6E22917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472A5-BB67-4EE8-8E28-6FE8BE9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8BA95-92A7-4AC3-B5E5-B576ACC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收貨人員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2CB64-D6BA-496A-8016-96D0AD70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掃描機器序號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列印並貼上商品 QR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7734C-0408-4479-A8DA-183B7D2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9CAFA-0A98-46E9-B19E-3AD5279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倉庫現場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E9B12-3FC8-4714-9026-0E26F3C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57510-756A-47D4-B452-C24F4DDE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427C1-9878-4DA2-A960-A8DC5AED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司機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E3E37-F65A-4E84-9D21-B24C4AF1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從 LINE 點開任務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依清單掃描商品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完成交接或顧客簽收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1718A-D1FA-431D-89FB-CE0B660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F60B4-A3A6-487D-9464-25AAC7E1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配送途中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98D91-DFF9-4ED8-AA5B-7F3096AC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原則：現場先把商品身分和照片留下來，生管再依三聯單完成確認。</a:t>
            </a:r>
          </a:p>
        </p:txBody>
      </p:sp>
    </p:spTree>
    <p:extLst>
      <p:ext uri="{BB962C8B-B14F-4D97-AF65-F5344CB8AC3E}">
        <p14:creationId xmlns:p14="http://schemas.microsoft.com/office/powerpoint/2010/main" val="1458519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8251E-8308-4504-BA05-AB7E3CC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一天的工作流程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3B3B1-63CE-4F32-8A61-2B20C66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633AE-7130-43AB-BC04-58D05E4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商品從進倉到送達，會經過五個階段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B1D75-D592-4998-9032-BD45B1F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每一次掃描都留下時間，貼在商品上的 QR 不用更換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EAE06-8A94-4D4B-A842-B5930A75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6A543-B697-49E9-B6A3-17AAC235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4941-1F87-476D-9DF8-46C5550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56A4D-DECE-466D-B7ED-F760BEB9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CB736-7769-49F7-BCB5-A8E13771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生管先開一個批次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E6F06-63A0-4568-A7FB-9BDEE946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EE9C9-0089-4773-BFCB-9301EF4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6125A-A11A-41AB-80C5-B334A82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9531-A2E2-4DEE-82CF-57E42BA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收貨建檔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2F8A4-7EF7-4FCA-87DC-197AF6B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每台掃序號、貼 QR、拍標籤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43BFC-E91F-403E-84B7-1E012DE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2AF9E-93FB-4B83-994A-7AE226B7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6BF29-1D36-4E98-A403-8D760955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7FEEC-A3EF-4362-ACA5-D38FA0F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446FA-AC70-41BA-821F-638A126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依三聯單確認客戶與型號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D82FD-C53B-42F6-8B24-94E5369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9FDA0-9F7B-49F8-8977-433973D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A2E89-078E-4713-B8DC-FBB84737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04A59-1E17-4DBF-9B70-EC962BE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出貨配送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2F336-B5ED-4091-8BA8-0D03606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LINE 通知司機並掃描裝車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A8562-9552-4CA4-8377-DE17D64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BCAD9-4900-498D-9623-1D1F351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1695B3-0A36-4C68-B509-12147CD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33B81-8F83-4317-982E-19DE9929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送達或轉運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35D988-0577-4DCD-A280-BCAC8474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完成交接、照片與簽收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D91B7-497E-4FAB-BC92-92111E43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現場看 QR 找商品，系統看紀錄知道這台商品何時進倉、屬於誰、目前在哪一台車。</a:t>
            </a:r>
          </a:p>
        </p:txBody>
      </p:sp>
    </p:spTree>
    <p:extLst>
      <p:ext uri="{BB962C8B-B14F-4D97-AF65-F5344CB8AC3E}">
        <p14:creationId xmlns:p14="http://schemas.microsoft.com/office/powerpoint/2010/main" val="1609079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478AA-278B-4FC7-8C65-57988E63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B411-70A7-463A-877B-EDAB11C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79397-AD2F-41B5-9343-B63735A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53A38-6AFB-476E-935A-2815280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一次進貨，現場按照六個步驟完成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2D900-4E53-46E5-AAE4-793083E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一批進貨只有一個批次號碼，每台機器各有自己的商品編號與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79243-5F14-4807-8EBA-A81E5970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14590-C99A-4EDE-AADC-21E216E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7EF27-60AE-4A81-8D6E-EDD81BB1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65418-070E-4745-A9E0-13FEEA35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00DC4-76DF-4FEE-AEFB-9CE6A16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生管先建立本次進貨，整批共用同一個批次號碼。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5EA0A-AF2F-4804-A90F-314D6C30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4F832-DB31-49E9-905E-2CA591BB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F79F-BFA0-4058-BC5C-DBD6FF7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0BAD7-792B-4218-8EC3-0169798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掃描每台機器序號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4691C-C52C-42B8-A2C1-4BFA4871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實體條碼機讀取序號，同時產生這台商品的獨立編號。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A1545-D8C7-43FB-95ED-0F944CDD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AF886-C345-4B7A-9B44-BB2E206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C4868-1B4B-47AB-B9E1-065C859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EB915-E43F-43E8-B7F9-B3D68232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列印並貼商品 QR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28589-4569-46BE-921C-E93F04E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把獨立商品編號印成 QR，貼在該台機器外箱上。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C9616-4DC8-45F4-8FAD-B786CACF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55D1D-1946-4B0B-A346-89565D2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3B985-AE2D-46B7-8B4B-13BC79E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8BF10-A478-4C8F-9564-86503F6C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16FC0-01E0-42B3-A34A-3DA15F9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把機器上的型號貼紙拍清楚，供生管後續確認。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BD5B5-1852-4123-857A-DD28550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7C575-97C3-4A5A-8192-8D8EE0A8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07203-EA3A-4E99-BD89-A3558106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B850C-6181-45AE-ACFF-0B18AD0B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記錄三聯單末四碼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43332-C742-44E0-848E-AE2BA797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有需要時輸入末四碼，沒有需求可直接略過。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B08BC9-360B-4168-8514-2457B47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080D8-80B8-4D2F-9113-685BDD7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4DAFB-FA0D-444E-8055-39601FD4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48770-EF13-4200-9F9F-70493DFD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生管完成確認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00418A-C606-47BB-A831-E9B777A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依三聯單修改正確客戶，並用照片確認商品型號。</a:t>
            </a:r>
          </a:p>
        </p:txBody>
      </p:sp>
    </p:spTree>
    <p:extLst>
      <p:ext uri="{BB962C8B-B14F-4D97-AF65-F5344CB8AC3E}">
        <p14:creationId xmlns:p14="http://schemas.microsoft.com/office/powerpoint/2010/main" val="1111842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1CA3B-905E-4E0C-A8F8-57C001A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CE966-36C5-4A95-B3D0-D1D70040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58EBA-F0E7-4D32-812E-18FC838B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1BB6C-98D5-4ACE-8DB7-8AFAB49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生管先建立一個進貨批次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5E1F-94DB-4442-B4D7-DEB27B0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同一批商品只開一次，現場所有機器都放在這個批次裡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379b9a4004cb7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7810500" cy="4686300"/>
          </a:xfrm>
          <a:prstGeom xmlns:a="http://schemas.openxmlformats.org/drawingml/2006/main" prst="roundRect">
            <a:avLst>
              <a:gd name="adj" fmla="val 40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89E2A-3C83-4090-83F8-F5FF92F9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F70A4-480E-4BB3-BB79-DE5F079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03969-C15F-45F0-85B6-0EE4E5C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畫面只要填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DF5D5-9EE2-48C0-8486-E0F79BA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628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1. 進貨日期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2. 預計到貨台數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3. 必要的備註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6F062-A9C0-4EF5-A139-764DB9C0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609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32869-6F10-4FA6-A7C7-88F24B2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建立後記下批次號碼</a:t>
            </a:r>
          </a:p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例如 IN-20261004-001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7981F-8EF8-4A04-82FA-DC29D3C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完成後，倉庫現場即可開始逐台收貨。</a:t>
            </a:r>
          </a:p>
        </p:txBody>
      </p:sp>
    </p:spTree>
    <p:extLst>
      <p:ext uri="{BB962C8B-B14F-4D97-AF65-F5344CB8AC3E}">
        <p14:creationId xmlns:p14="http://schemas.microsoft.com/office/powerpoint/2010/main" val="1094234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839E1-7481-4409-A169-2B40A36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EF4D2-ADB2-45B3-8D1F-4BBE21A2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BCAF-7B0E-4AD0-8033-6E1D1AB8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CCE5E-B926-4298-A0AC-15CAEF7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現場掃序號，系統替每台商品建立獨立編號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07C5B-B812-4287-8973-56BB260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序號由實體一維條碼機輸入，不使用相機 OCR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fb2cefad1447b"/>
          <a:srcRect xmlns:a="http://schemas.openxmlformats.org/drawingml/2006/main" l="0" t="7647" r="0" b="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1657350"/>
            <a:ext cx="8096250" cy="4572000"/>
          </a:xfrm>
          <a:prstGeom xmlns:a="http://schemas.openxmlformats.org/drawingml/2006/main" prst="roundRect">
            <a:avLst>
              <a:gd name="adj" fmla="val 45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9D664-19F9-4F04-B691-3CE5B9A8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8B23C-98EE-49A6-94BC-F44B2F1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25136-4A88-4413-B093-9C384D9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3F9CD-631A-4B9A-A815-C8D4FA8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掃描序號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7991A-FE3A-444D-96DF-B8609AE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條碼機讀到序號後，畫面顯示「條碼已讀取」。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E24C1-C113-4C50-BC4C-B03487F5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76EBF-18C1-472C-B65F-A9FF715A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3E124-5FF9-4165-8CE0-F0F5680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C99FC-83BB-45E4-89BB-ACE8A0F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核對畫面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1074A-E097-4823-8A8B-56B7C71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確認序號沒有重複，系統顯示這台商品的獨立編號。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C01F8-77CD-4F7E-B969-F2CA5E76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08661-0465-4D76-8095-63CE93FB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B9238-06D0-447C-A656-F6B6B9BD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F4F3B-7BA8-45DD-8841-3181F01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 QR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F039E-A482-4696-82C1-8B17727F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按下列印，立即把 QR 貼在目前這台商品外箱。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B2072-25FA-4374-9982-8403A5F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3CE38-98DA-40B8-9BA0-7DF73FD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貼好後再處理下一台</a:t>
            </a:r>
          </a:p>
        </p:txBody>
      </p:sp>
    </p:spTree>
    <p:extLst>
      <p:ext uri="{BB962C8B-B14F-4D97-AF65-F5344CB8AC3E}">
        <p14:creationId xmlns:p14="http://schemas.microsoft.com/office/powerpoint/2010/main" val="140935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8749A-7A9E-4E54-9DB6-8722551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7BEC-0DC5-47C4-8793-F81CC18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9EEF4-CCBA-4E41-9FA0-225C6EB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A6758-E264-406B-8351-8980EBB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貼好 QR 後，拍攝機器上的型號標籤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7CE14-82D9-473C-A72E-9108A616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照片先保存，型號可以由系統提出候選值，再交給生管確認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3756f4ff047c1"/>
          <a:stretch xmlns:a="http://schemas.openxmlformats.org/drawingml/2006/main"/>
        </p:blipFill>
        <p:spPr>
          <a:xfrm xmlns:a="http://schemas.openxmlformats.org/drawingml/2006/main">
            <a:off x="1543050" y="1714500"/>
            <a:ext cx="2381250" cy="47625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1608F-F9FD-49B1-9BF2-ED8060B4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F0EE0-2596-4605-8B73-561610E8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照片要拍什麼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E538B-D5AB-457C-A99A-0C1A0730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1935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讓型號完整落在單一綠框內，字要清楚。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4D11B-B305-4B45-8646-65213B02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2166B-E2DF-4E43-8DCF-1ABC7CF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末四碼何時填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A12B6-F9A3-41EB-BD93-1F869724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9570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只有需要區分三聯單的經銷商才填寫。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B2162-F4B8-48D9-9680-876CDDDE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9525">
            <a:solidFill>
              <a:srgbClr val="D889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434F1-9393-4570-9E61-509762F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現場不必做什麼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69488-1AD5-4527-B755-301F3E1D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7205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不用判斷 OCR 對不對，也不用拍三聯單。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816DD-06A9-4CB1-B5DB-2BC79467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24550"/>
            <a:ext cx="3867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61770-1BEE-41C7-8CA1-9A94225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24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按保存照片後，這台商品的收貨作業完成</a:t>
            </a:r>
          </a:p>
        </p:txBody>
      </p:sp>
    </p:spTree>
    <p:extLst>
      <p:ext uri="{BB962C8B-B14F-4D97-AF65-F5344CB8AC3E}">
        <p14:creationId xmlns:p14="http://schemas.microsoft.com/office/powerpoint/2010/main" val="1130639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32D72-E9AC-48FE-903B-94CBAC0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E84A-2148-4644-8ED3-A73C1AD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84C19-F05E-4980-8994-BDFFDF7D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F9B2D-115B-4C4C-90B4-6AC680C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生管依三聯單確認進貨客戶與型號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1D5B0-E671-430B-BED6-D9FFE85C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同一批商品集中處理，可快速找出尚未確認的機器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d08a7aff64703"/>
          <a:srcRect xmlns:a="http://schemas.openxmlformats.org/drawingml/2006/main" l="0" t="6122" r="0" b="6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1695450"/>
            <a:ext cx="8572500" cy="4705350"/>
          </a:xfrm>
          <a:prstGeom xmlns:a="http://schemas.openxmlformats.org/drawingml/2006/main" prst="roundRect">
            <a:avLst>
              <a:gd name="adj" fmla="val 404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84F01-7350-4A50-ACCA-8029EF0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128EB-AF83-411C-8935-5403F83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看三聯單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11CCD-22BC-4356-8329-820D57AF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確認本批實際進貨客戶與商品明細。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8131C-90C7-492D-BF0B-B77BB03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38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3D645-0E17-4D0D-8B6A-0D957E50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看標籤照片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9437-F600-4264-8683-09F1E96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依照片確認正確型號，修正系統候選值。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0215-EDA8-4F9D-B116-9D97B32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541BA-CEBD-4E18-9242-AEAF8B3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確認末四碼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83EB1-A489-4455-BCD1-6D1E32A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有輸入末四碼時，把商品配到正確單據。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93A21-F583-45C0-9714-2A15A659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33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7710D-53E5-4293-AA90-53813B90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B7E7E-352A-4C98-BB01-D33228B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57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該台商品正式進入可出貨庫存。</a:t>
            </a:r>
          </a:p>
        </p:txBody>
      </p:sp>
    </p:spTree>
    <p:extLst>
      <p:ext uri="{BB962C8B-B14F-4D97-AF65-F5344CB8AC3E}">
        <p14:creationId xmlns:p14="http://schemas.microsoft.com/office/powerpoint/2010/main" val="960152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50191-F860-45BF-BCB7-1A509E5F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1EEF6-0A96-4846-BAFB-D03C9887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完成進貨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2295D-51ED-4961-9B5E-0825606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09FAF-5BD2-4382-8C43-46E6D64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確認後，每台商品都有可查詢的進貨紀錄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4591D-C05B-418F-8FBB-C347F9D0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日後掃外箱上的 QR，即可找到這台商品的資料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100A-1468-468A-97C7-A7E0248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FEF5A-3641-4D42-B383-38FE2FDB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1EBA-5A49-427E-8685-A630E04D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哪一天、哪一個批次進倉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CFEA6-95FA-410E-A461-E07520D2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9738F-1DB3-4392-AB6B-8C08A9F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商品身分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DD66B-E46D-47F1-9A29-17B11A7A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品牌、序號、確認後的型號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3C3EA-51DC-4656-A9BD-90A4521A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B89DD-9770-49D1-88BD-401FEEF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進貨歸屬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561BA-E37C-454E-BD76-32F1461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哪一家經銷商、哪一張三聯單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C17D3-9E02-497A-BC52-7A4CCD3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3B4EB-684F-452E-A0EA-B8B4452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現場證據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870B9-48EB-4BA1-A117-9C3058A3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原始型號標籤照片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37203-0B82-44F0-AE18-C68E8B9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5B40A-15BD-497E-B40C-D0335D07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目前狀態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1C647-90AE-4B34-8C8E-4D5929A7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在庫、已配車、配送中或已完成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6D820-7F48-4420-ABF0-6C5A81F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33750" cy="392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59C94-0DE9-44E9-8D25-84BCBD9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F36B4-6842-424C-97FF-DAE2017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外箱上的 QR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E80AD-1500-4F30-A2AE-3D2DB3E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不需要重新列印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2FD08-8785-4C8F-B409-91347EBC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53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生管修改客戶、型號或單據後，QR 仍然找到同一台商品。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BFD75-D8EB-4140-A104-964143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rPr>
              <a:t>日後出貨、轉運、簽收，都繼續使用這張 QR。</a:t>
            </a:r>
          </a:p>
        </p:txBody>
      </p:sp>
    </p:spTree>
    <p:extLst>
      <p:ext uri="{BB962C8B-B14F-4D97-AF65-F5344CB8AC3E}">
        <p14:creationId xmlns:p14="http://schemas.microsoft.com/office/powerpoint/2010/main" val="969273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A72A7-9F5A-49AF-9B43-807C846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98DCB-2A0B-43FD-B817-03BAF653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司機操作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2AE7B-4E61-4A07-A42B-F11DEEA3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8C735-7744-4E94-9BA3-2FC0206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司機收到 LINE 任務後，只做兩個主要動作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47EB5-448E-4FEB-BD91-54FF66D9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沒有任務時不會收到訊息，也不需要另外學習帳號或密碼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B6212-F3F1-43C8-ABD8-74376DAA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0D2F2-41DD-4BC2-BF35-941592B3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1F31D-A025-4533-9F59-48E77A1E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96CAB-FE7E-46B7-B30A-AB26A05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點開 LINE 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15546-EEC3-4F1C-AC29-30F0C13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畫面已經知道今天是哪一台車、要載哪些商品。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28BED-1E37-4026-8531-CDFD17CE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1974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C060D-EFDE-4990-BDA0-BF566DE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DE597-BB47-4F6F-AA4D-13F63C5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05F58-1E07-4D06-B3FA-8160573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掃描商品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203B1-A2FE-4FE9-AFA5-E18E66D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裝車、交接或送達時，依畫面逐台掃描。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D9BAB-3AEA-4A7B-93CC-B0BB29C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F49BB-A1F9-4CBB-843A-BAF539B4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98076-D544-4250-B682-26CC003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794D3-9A59-48E4-9872-74CE9BE5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送出結果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D617E-7876-4564-BB74-2E107135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畫面顯示缺少或拿錯的商品，確認無誤後完成。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30AE0-1F08-4557-8664-F72D4769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2585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D33B5-01E3-477A-974D-CB669C0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同一張商品 QR，會依目前任務判斷這次是裝車、轉運接手或顧客送達。</a:t>
            </a:r>
          </a:p>
        </p:txBody>
      </p:sp>
    </p:spTree>
    <p:extLst>
      <p:ext uri="{BB962C8B-B14F-4D97-AF65-F5344CB8AC3E}">
        <p14:creationId xmlns:p14="http://schemas.microsoft.com/office/powerpoint/2010/main" val="1153597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41A84-E694-4F39-8C49-AD163B9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42F2A-233C-4008-A2B3-455C28D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直接配送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C618D-9A66-42DB-A07E-033A5DF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27C14-EB0C-41E9-8D80-53B4A18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直接配送：從倉庫裝車到顧客簽收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44972-52F8-470F-BFC8-6AD5496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同一位司機完成整段配送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8f557e027446c"/>
          <a:srcRect xmlns:a="http://schemas.openxmlformats.org/drawingml/2006/main" l="16070" t="0" r="16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581650" cy="4629150"/>
          </a:xfrm>
          <a:prstGeom xmlns:a="http://schemas.openxmlformats.org/drawingml/2006/main" prst="roundRect">
            <a:avLst>
              <a:gd name="adj" fmla="val 45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D1E37-DBF1-4202-8216-8894A38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381F0-E8E2-4E12-BA9A-05A2C1D8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0348A-29CE-4EA2-A2BF-CA3DE81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3160F-D2C4-448B-B838-A40F158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47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生管傳送 LINE 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5A23A-9310-4660-9E37-4C4F7496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任務已列出司機、車輛與本次應載商品。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3DBE7-6F22-4C1C-B19C-EE706A5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3EE7-1EC8-4D33-B5CA-BA1AED9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A06F-F213-438A-B818-B285488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EB398-6281-4895-BD87-C6E2563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倉庫裝車逐台掃描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02824-D935-46F1-95F6-8D727DF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商品掃描正確才算裝車完成，避免拿錯客戶商品。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6635E-646F-4913-94EC-36BDC8F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F0564-0774-47CC-8C83-FE2382D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40997-B826-4188-B3A0-DA2F31C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46B59-DCAF-4CD3-9D81-D171B5F3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送達後拍照與簽收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9DE19-B165-4504-BDA7-4FB2ECC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再掃商品 QR，拍 2–3 張安裝照片並請顧客簽名。</a:t>
            </a:r>
          </a:p>
        </p:txBody>
      </p:sp>
    </p:spTree>
    <p:extLst>
      <p:ext uri="{BB962C8B-B14F-4D97-AF65-F5344CB8AC3E}">
        <p14:creationId xmlns:p14="http://schemas.microsoft.com/office/powerpoint/2010/main" val="1716794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5A191-5434-4FD8-B2EA-7CC6BD1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7A23-6D85-4E5A-8F69-4E6CE10D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大車轉運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87874-5B11-403C-80E7-3C59452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146F6-4087-4A98-B1E4-7395647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大車轉小車：接手的小車司機負責掃描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2A8E2-8134-487A-A43D-14D52AA2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系統比對交接清單，不要求兩位司機共同逐台操作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a9c72fa7c4003"/>
          <a:srcRect xmlns:a="http://schemas.openxmlformats.org/drawingml/2006/main" l="0" t="11826" r="0" b="11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B6FA6-69D8-42D7-BD59-75DBC6B7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54292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>
              <a:alpha val="9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0BAB0-0C6E-406C-9BA4-7DCB8F1D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D3771-D97F-46CA-B6C4-CA1B024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226FF-D726-44F6-962B-BC42270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大車從倉庫裝貨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93A52-4FC8-406F-B92D-3066B4D0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裝車時先掃描，商品歸在大車車次。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EE2A3-4B6F-463A-9B5D-B95BB61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CB514-6700-4FC0-A459-18481BF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2314-8152-4107-89BF-BC7249A4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生管建立轉運任務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9DDD7-DCC3-499A-AC2D-F049C6A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任務列出要轉給哪一台小車、共有哪些商品。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07252-7C5F-4E7D-A309-1543A45C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3AD04-ED30-4CB7-8FFF-0E58937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E5C1A-76A8-4451-BD19-46247DC5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小車司機掃描接手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C94F9-55B2-42BA-9CA9-F7CFA27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小車司機逐台掃描，正確後完成交接。</a:t>
            </a:r>
          </a:p>
        </p:txBody>
      </p:sp>
    </p:spTree>
    <p:extLst>
      <p:ext uri="{BB962C8B-B14F-4D97-AF65-F5344CB8AC3E}">
        <p14:creationId xmlns:p14="http://schemas.microsoft.com/office/powerpoint/2010/main" val="208171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62BDB-B0F0-4AEA-903F-DFA7967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D863F-69D8-4353-B95B-F4083D4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遇到異常時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A0C6D-60B1-482A-B223-13308FF0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CE74-954F-4838-AED8-42DB578F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畫面要直接告訴使用者哪裡不對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ED9B3-2D0E-41D5-9E37-4BFFB59F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現場不需要猜原因，依提示處理即可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D0E2-4FB6-409E-9B17-060BA84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08398-C18B-40C9-A54D-9C9548D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D8FFC-12B6-49A3-9888-03B27E93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序號已存在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DDB4A-A1C3-40D7-B8C1-560C16C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停止建立，請生管確認是否重複收貨。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67DAC-B5DA-4159-80FB-AD7D82A7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2103F-97F5-4FC6-B092-534DB55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7613A-540E-42F2-996E-E9729CFB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掃到不在清單的商品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8200E-8C83-4814-8B6D-D509B8F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畫面顯示錯誤，不列入本次裝車或交接。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42FF0-4436-4DEA-AF58-C3E042A4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F2B41-650C-4581-BD94-A20F883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747EF-69F9-4196-A00E-2BC98F10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應載商品沒有掃到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161CD-53D3-44BD-9DC4-8E14CA06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完成前顯示缺少項目，回頭確認商品是否漏裝。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2D32A-5B15-4675-A1C4-C48D278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8FDAF-2AFC-4938-9232-A46A0024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D26AA-CA9A-4502-9C9E-C2D62102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照片看不清楚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36F6D-BD5A-48FD-9E71-FF544A66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生管退回待補拍，商品資料保留不會消失。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31866-8177-42AA-A4FB-ADC46E8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09728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A276E-9D55-4CB3-ABEC-77D1594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異常資料交給生管處理，司機與收貨人員只要依畫面指示完成現場動作。</a:t>
            </a:r>
          </a:p>
        </p:txBody>
      </p:sp>
    </p:spTree>
    <p:extLst>
      <p:ext uri="{BB962C8B-B14F-4D97-AF65-F5344CB8AC3E}">
        <p14:creationId xmlns:p14="http://schemas.microsoft.com/office/powerpoint/2010/main" val="1130859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A23CA-8CB1-4A07-88ED-C778E48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預計開發順序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53A79-735A-4465-9733-2B14730A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B5A3E-D75A-4510-BAEF-A0FE83D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先讓進貨流程順利運作，再延伸到配送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EE767-BC1A-4F0B-B5F0-A09549F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每一階段先由少量人員試用，確認現場操作真的方便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5A6A5-6193-42D0-AFC0-CD36B53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12CB8-EE98-4EA9-9292-42D5EAAA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B8280-1B58-4E21-BB80-67C02829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BD9CD-1A79-4E12-A5D4-BBBEFA9B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764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進貨批次、序號掃描、QR 列印、拍照、生管確認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3C5F-A362-4387-947B-132AD83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457D7-1FB0-453C-BBD1-2C19CAA6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ED53D-13AC-4A1D-A8EB-1B99FA1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第二階段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6D262-8B30-441B-B45F-48320E0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裝車任務、直接配送、照片與顧客簽收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6D85D-EAAA-41B4-9449-458B29D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3250E-B873-4A40-AF84-97DDC93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064A9-64A9-4D36-8401-61FB2547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74EE2-607F-4A5C-A0C4-83331B5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大車轉小車、交接清單、缺件與錯件處理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FC57A-56FF-47A1-A452-B30C455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建議試辦方式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CAA86-6B33-4692-840E-EBB9D7C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先選一個倉庫、一至兩家經銷商與固定司機，實際走完一批進貨、一次直接配送及一次轉運。</a:t>
            </a:r>
          </a:p>
        </p:txBody>
      </p:sp>
    </p:spTree>
    <p:extLst>
      <p:ext uri="{BB962C8B-B14F-4D97-AF65-F5344CB8AC3E}">
        <p14:creationId xmlns:p14="http://schemas.microsoft.com/office/powerpoint/2010/main" val="1516591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2026-10-04T15:08:31.2230000Z</dcterms:created>
  <dcterms:modified xsi:type="dcterms:W3CDTF">2026-10-04T15:08:31.2230000Z</dcterms:modified>
</coreProperties>
</file>